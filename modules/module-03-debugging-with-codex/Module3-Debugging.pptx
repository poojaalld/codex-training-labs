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37CD-9A4A-A725-A725-5A0A9BB94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3F8E7-D2C2-6A12-3D66-64A58A38D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1A76A-29AF-3DFC-F600-EA9BC3BB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770F-9E1B-6D69-9B2B-3F8F04611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80BEE-CF71-6099-22BE-A0E936D8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62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12CD3-662D-3667-7A65-ACCA1E58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7FDA4-E60F-0CCC-6DAB-DF23621E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DBEF4-83A6-30AA-5783-396140CCB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C42B6-753A-B740-CE33-5F0D75F9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01AAE-2B14-7D9B-A4CA-0A6D5457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97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14F0-15DC-552A-24AD-55B9712FB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B2AE6-6D8E-27DE-2C86-65C0D8931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3AA58-6622-A61F-A62B-92DE7B07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67904-3F1D-DE19-A2DA-F940C810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A9654-DD88-266D-009F-D1DFA7E4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707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15282-88B0-0A39-6E53-38C72A16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C1FA-14C8-DBBC-193F-EC098C9A5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B0F64-34ED-7756-471F-B04C9101A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18FF1-E3CB-7845-FF6E-A8E96C2B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DCC7E-0B78-7289-35C2-556D41A1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403FF-441D-F9C2-D9D0-446B768A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31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060D-7FCB-064E-FC06-C6E969F0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79C55-E34E-6F18-4261-710BCC0DA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C6991-5914-1EA4-CBDA-4A9B7226A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1DE4A-F701-47EF-670A-B4189145B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ED0D21-588D-5601-207E-F8F38C37E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E53065-8A47-DBAF-A9A5-414642E4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EFBA5-18B8-9D93-D2C6-99721B88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2CF1C-88AA-6647-2A6B-F311DA426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8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4746-FD09-CE4B-2F0E-4C084DCF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DCC60-C17B-C308-501C-E9DCD34F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A5F39-8F32-67B5-0E5D-7450F8DD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C559-E093-8CEF-BA45-2DD9DE7E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015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CA52AA-3AF8-58B3-29D0-9F8A930E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890D2-5F15-2BFC-0F2B-2B754D7B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ACB77-79B0-D782-9086-FBF6E822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05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B722-1F5D-65E3-6725-A7B0DB6C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B8FB-A27B-3ED3-351D-96C1BB9F4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15BA3-C7EB-4D81-EAFE-6DFE33E2C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A5D08-7C0F-1F5D-179A-3FCE08B0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94376-5B21-220A-5D70-035EC26F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406FD-7C68-3878-B70F-912DE984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8989-D836-5D24-4039-DB5DF099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15767-1E57-88C9-3C42-49858A4B3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D2553-B998-0CC1-A692-C3A7C5CD9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BFC9E-B1A6-C81A-8350-2EE0EC4C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6C6E5-B8FB-0656-A46D-31DDB6E5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3A144-B428-76DB-9807-E5FBA1E7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01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4F9F-8B47-7363-1AC1-1582D37A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48E40-F57A-DC1F-17D8-60977F1E9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E161E-239E-510D-016F-A765120A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83F8B-C551-124A-A0D8-2A292005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C07C5-9643-0B9B-EADF-22D5A418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52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C6845-DF35-D070-7A9F-F5AEDFB27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7B97F-16B3-50DB-4E29-F14D83621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03A7E-0E25-6B74-BD3A-01E3D4E8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560B9-C4BC-1C49-4434-A313C510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94F04-2BD6-8622-7E99-7E9C56C4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5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DE5413-ABDD-E6A2-08E0-45ECC870E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B9BA0-95CA-2944-547C-E4DA6E6D6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C8709-606E-8EAC-3A1B-FBB8FF801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329E4-2DD7-4D88-808C-F6BB9C71B500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4ED5A-BCBC-9ECA-E4DC-8C4817C0E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C1A03-25D1-89D3-E5CD-760CB1A79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C9CE2-8798-418A-81F3-FAE238D03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28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977D-D900-2D9F-5919-B73EB36E39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Module 3: Debugging with Codex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8EC73-A2B6-9AAC-1C49-FDB91E5FC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/>
              <a:t>Focus:\n- Use Codex to explain runtime errors and root causes\n- Analyze stack traces and map them to repo files\n- Prompt Codex for runtime fixes and hardening suggestions\n\nLabs:\n- 3.1 Stack-trace-playground: diagnostics + patch preview\n- 3.2 Buggy scripts rescue: curated fixes for failing scripts\n\nImportance of debugging:\n- Catch runtime failures early and prevent regressions\n- Codex highlights bad lines and recommends remediation steps\n- Review &amp; vet suggestions before applying patches.</a:t>
            </a:r>
          </a:p>
        </p:txBody>
      </p:sp>
    </p:spTree>
    <p:extLst>
      <p:ext uri="{BB962C8B-B14F-4D97-AF65-F5344CB8AC3E}">
        <p14:creationId xmlns:p14="http://schemas.microsoft.com/office/powerpoint/2010/main" val="381863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Module 3: Debugging with Codex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jain</dc:creator>
  <cp:lastModifiedBy>Pooja jain</cp:lastModifiedBy>
  <cp:revision>1</cp:revision>
  <dcterms:created xsi:type="dcterms:W3CDTF">2026-04-11T07:41:38Z</dcterms:created>
  <dcterms:modified xsi:type="dcterms:W3CDTF">2026-04-11T07:41:38Z</dcterms:modified>
</cp:coreProperties>
</file>